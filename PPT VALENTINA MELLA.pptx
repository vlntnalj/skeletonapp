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8" r:id="rId5"/>
    <p:sldId id="257" r:id="rId6"/>
    <p:sldId id="262" r:id="rId7"/>
    <p:sldId id="270" r:id="rId8"/>
    <p:sldId id="259" r:id="rId9"/>
    <p:sldId id="260" r:id="rId10"/>
    <p:sldId id="258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F39"/>
    <a:srgbClr val="000000"/>
    <a:srgbClr val="2A5082"/>
    <a:srgbClr val="00AAE5"/>
    <a:srgbClr val="E9EAE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1" autoAdjust="0"/>
    <p:restoredTop sz="94660"/>
  </p:normalViewPr>
  <p:slideViewPr>
    <p:cSldViewPr snapToGrid="0">
      <p:cViewPr>
        <p:scale>
          <a:sx n="46" d="100"/>
          <a:sy n="46" d="100"/>
        </p:scale>
        <p:origin x="140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ntina Mella" userId="048b7fe83ec5ce67" providerId="LiveId" clId="{0010B19E-883B-4D04-9E75-7785A7B4B5C0}"/>
    <pc:docChg chg="custSel delSld modSld">
      <pc:chgData name="Valentina Mella" userId="048b7fe83ec5ce67" providerId="LiveId" clId="{0010B19E-883B-4D04-9E75-7785A7B4B5C0}" dt="2025-11-11T00:44:39.553" v="780" actId="255"/>
      <pc:docMkLst>
        <pc:docMk/>
      </pc:docMkLst>
      <pc:sldChg chg="addSp delSp modSp mod">
        <pc:chgData name="Valentina Mella" userId="048b7fe83ec5ce67" providerId="LiveId" clId="{0010B19E-883B-4D04-9E75-7785A7B4B5C0}" dt="2025-11-11T00:35:24.724" v="258" actId="1076"/>
        <pc:sldMkLst>
          <pc:docMk/>
          <pc:sldMk cId="3896733754" sldId="257"/>
        </pc:sldMkLst>
        <pc:spChg chg="mod">
          <ac:chgData name="Valentina Mella" userId="048b7fe83ec5ce67" providerId="LiveId" clId="{0010B19E-883B-4D04-9E75-7785A7B4B5C0}" dt="2025-11-11T00:34:43.663" v="251" actId="20577"/>
          <ac:spMkLst>
            <pc:docMk/>
            <pc:sldMk cId="3896733754" sldId="257"/>
            <ac:spMk id="2" creationId="{7B3586FC-9FA2-4202-9624-43C53B507446}"/>
          </ac:spMkLst>
        </pc:spChg>
        <pc:spChg chg="del">
          <ac:chgData name="Valentina Mella" userId="048b7fe83ec5ce67" providerId="LiveId" clId="{0010B19E-883B-4D04-9E75-7785A7B4B5C0}" dt="2025-11-11T00:33:54.047" v="3" actId="478"/>
          <ac:spMkLst>
            <pc:docMk/>
            <pc:sldMk cId="3896733754" sldId="257"/>
            <ac:spMk id="12" creationId="{BCA8950B-034D-4087-845E-3A87447A66C0}"/>
          </ac:spMkLst>
        </pc:spChg>
        <pc:spChg chg="del">
          <ac:chgData name="Valentina Mella" userId="048b7fe83ec5ce67" providerId="LiveId" clId="{0010B19E-883B-4D04-9E75-7785A7B4B5C0}" dt="2025-11-11T00:33:53.278" v="2" actId="478"/>
          <ac:spMkLst>
            <pc:docMk/>
            <pc:sldMk cId="3896733754" sldId="257"/>
            <ac:spMk id="14" creationId="{02467EED-0FC0-422E-939D-D67E5B1C4AD3}"/>
          </ac:spMkLst>
        </pc:spChg>
        <pc:picChg chg="add mod">
          <ac:chgData name="Valentina Mella" userId="048b7fe83ec5ce67" providerId="LiveId" clId="{0010B19E-883B-4D04-9E75-7785A7B4B5C0}" dt="2025-11-11T00:35:24.724" v="258" actId="1076"/>
          <ac:picMkLst>
            <pc:docMk/>
            <pc:sldMk cId="3896733754" sldId="257"/>
            <ac:picMk id="5" creationId="{8FA9527C-4242-EAF3-2DBD-B2A08033B671}"/>
          </ac:picMkLst>
        </pc:picChg>
        <pc:picChg chg="del">
          <ac:chgData name="Valentina Mella" userId="048b7fe83ec5ce67" providerId="LiveId" clId="{0010B19E-883B-4D04-9E75-7785A7B4B5C0}" dt="2025-11-11T00:34:45.503" v="252" actId="478"/>
          <ac:picMkLst>
            <pc:docMk/>
            <pc:sldMk cId="3896733754" sldId="257"/>
            <ac:picMk id="9" creationId="{ED612E24-AC06-4DEC-A3FA-4FA62A502001}"/>
          </ac:picMkLst>
        </pc:picChg>
        <pc:cxnChg chg="del">
          <ac:chgData name="Valentina Mella" userId="048b7fe83ec5ce67" providerId="LiveId" clId="{0010B19E-883B-4D04-9E75-7785A7B4B5C0}" dt="2025-11-11T00:33:55.378" v="5" actId="478"/>
          <ac:cxnSpMkLst>
            <pc:docMk/>
            <pc:sldMk cId="3896733754" sldId="257"/>
            <ac:cxnSpMk id="11" creationId="{9C45A493-9F04-4870-85CE-A8B134F95F79}"/>
          </ac:cxnSpMkLst>
        </pc:cxnChg>
        <pc:cxnChg chg="del">
          <ac:chgData name="Valentina Mella" userId="048b7fe83ec5ce67" providerId="LiveId" clId="{0010B19E-883B-4D04-9E75-7785A7B4B5C0}" dt="2025-11-11T00:33:54.695" v="4" actId="478"/>
          <ac:cxnSpMkLst>
            <pc:docMk/>
            <pc:sldMk cId="3896733754" sldId="257"/>
            <ac:cxnSpMk id="13" creationId="{8F435CA1-9E8E-4C7F-B3DF-3B02E84B12D9}"/>
          </ac:cxnSpMkLst>
        </pc:cxnChg>
      </pc:sldChg>
      <pc:sldChg chg="addSp delSp modSp mod">
        <pc:chgData name="Valentina Mella" userId="048b7fe83ec5ce67" providerId="LiveId" clId="{0010B19E-883B-4D04-9E75-7785A7B4B5C0}" dt="2025-11-11T00:42:05.415" v="752" actId="1076"/>
        <pc:sldMkLst>
          <pc:docMk/>
          <pc:sldMk cId="1397907251" sldId="259"/>
        </pc:sldMkLst>
        <pc:spChg chg="del">
          <ac:chgData name="Valentina Mella" userId="048b7fe83ec5ce67" providerId="LiveId" clId="{0010B19E-883B-4D04-9E75-7785A7B4B5C0}" dt="2025-11-11T00:38:02.028" v="509" actId="478"/>
          <ac:spMkLst>
            <pc:docMk/>
            <pc:sldMk cId="1397907251" sldId="259"/>
            <ac:spMk id="2" creationId="{7B3586FC-9FA2-4202-9624-43C53B507446}"/>
          </ac:spMkLst>
        </pc:spChg>
        <pc:spChg chg="mod">
          <ac:chgData name="Valentina Mella" userId="048b7fe83ec5ce67" providerId="LiveId" clId="{0010B19E-883B-4D04-9E75-7785A7B4B5C0}" dt="2025-11-11T00:42:01.014" v="749" actId="1076"/>
          <ac:spMkLst>
            <pc:docMk/>
            <pc:sldMk cId="1397907251" sldId="259"/>
            <ac:spMk id="3" creationId="{A60AA4C3-2984-480B-BFDE-19BEA8FB331F}"/>
          </ac:spMkLst>
        </pc:spChg>
        <pc:spChg chg="del mod">
          <ac:chgData name="Valentina Mella" userId="048b7fe83ec5ce67" providerId="LiveId" clId="{0010B19E-883B-4D04-9E75-7785A7B4B5C0}" dt="2025-11-11T00:37:58.238" v="505" actId="478"/>
          <ac:spMkLst>
            <pc:docMk/>
            <pc:sldMk cId="1397907251" sldId="259"/>
            <ac:spMk id="17" creationId="{C70845D3-E4F1-4F9C-8C22-B5C633E32DCC}"/>
          </ac:spMkLst>
        </pc:spChg>
        <pc:spChg chg="del">
          <ac:chgData name="Valentina Mella" userId="048b7fe83ec5ce67" providerId="LiveId" clId="{0010B19E-883B-4D04-9E75-7785A7B4B5C0}" dt="2025-11-11T00:37:56.826" v="502" actId="478"/>
          <ac:spMkLst>
            <pc:docMk/>
            <pc:sldMk cId="1397907251" sldId="259"/>
            <ac:spMk id="19" creationId="{8C7CAE5E-5453-4357-AC60-907888CD870D}"/>
          </ac:spMkLst>
        </pc:spChg>
        <pc:picChg chg="del">
          <ac:chgData name="Valentina Mella" userId="048b7fe83ec5ce67" providerId="LiveId" clId="{0010B19E-883B-4D04-9E75-7785A7B4B5C0}" dt="2025-11-11T00:37:59.815" v="507" actId="478"/>
          <ac:picMkLst>
            <pc:docMk/>
            <pc:sldMk cId="1397907251" sldId="259"/>
            <ac:picMk id="5" creationId="{00000000-0000-0000-0000-000000000000}"/>
          </ac:picMkLst>
        </pc:picChg>
        <pc:picChg chg="add mod">
          <ac:chgData name="Valentina Mella" userId="048b7fe83ec5ce67" providerId="LiveId" clId="{0010B19E-883B-4D04-9E75-7785A7B4B5C0}" dt="2025-11-11T00:42:03.873" v="751" actId="1076"/>
          <ac:picMkLst>
            <pc:docMk/>
            <pc:sldMk cId="1397907251" sldId="259"/>
            <ac:picMk id="6" creationId="{B3117592-86D3-35AA-38BF-5F5B10BDC763}"/>
          </ac:picMkLst>
        </pc:picChg>
        <pc:picChg chg="add mod">
          <ac:chgData name="Valentina Mella" userId="048b7fe83ec5ce67" providerId="LiveId" clId="{0010B19E-883B-4D04-9E75-7785A7B4B5C0}" dt="2025-11-11T00:42:05.415" v="752" actId="1076"/>
          <ac:picMkLst>
            <pc:docMk/>
            <pc:sldMk cId="1397907251" sldId="259"/>
            <ac:picMk id="8" creationId="{DA905885-2DEB-B351-0C53-3498CFA6E3B1}"/>
          </ac:picMkLst>
        </pc:picChg>
        <pc:picChg chg="del">
          <ac:chgData name="Valentina Mella" userId="048b7fe83ec5ce67" providerId="LiveId" clId="{0010B19E-883B-4D04-9E75-7785A7B4B5C0}" dt="2025-11-11T00:38:00.772" v="508" actId="478"/>
          <ac:picMkLst>
            <pc:docMk/>
            <pc:sldMk cId="1397907251" sldId="259"/>
            <ac:picMk id="9" creationId="{4566B2EE-3E54-4AB2-88F8-9814A654238E}"/>
          </ac:picMkLst>
        </pc:picChg>
        <pc:cxnChg chg="del">
          <ac:chgData name="Valentina Mella" userId="048b7fe83ec5ce67" providerId="LiveId" clId="{0010B19E-883B-4D04-9E75-7785A7B4B5C0}" dt="2025-11-11T00:37:59.520" v="506" actId="478"/>
          <ac:cxnSpMkLst>
            <pc:docMk/>
            <pc:sldMk cId="1397907251" sldId="259"/>
            <ac:cxnSpMk id="16" creationId="{6C0AC586-2744-4B39-9122-D73F38740301}"/>
          </ac:cxnSpMkLst>
        </pc:cxnChg>
        <pc:cxnChg chg="del">
          <ac:chgData name="Valentina Mella" userId="048b7fe83ec5ce67" providerId="LiveId" clId="{0010B19E-883B-4D04-9E75-7785A7B4B5C0}" dt="2025-11-11T00:37:57.358" v="503" actId="478"/>
          <ac:cxnSpMkLst>
            <pc:docMk/>
            <pc:sldMk cId="1397907251" sldId="259"/>
            <ac:cxnSpMk id="18" creationId="{221E910C-BB35-4D2E-AF7D-B290B42A20A4}"/>
          </ac:cxnSpMkLst>
        </pc:cxnChg>
      </pc:sldChg>
      <pc:sldChg chg="delSp modSp mod">
        <pc:chgData name="Valentina Mella" userId="048b7fe83ec5ce67" providerId="LiveId" clId="{0010B19E-883B-4D04-9E75-7785A7B4B5C0}" dt="2025-11-11T00:44:02.749" v="761" actId="20577"/>
        <pc:sldMkLst>
          <pc:docMk/>
          <pc:sldMk cId="3151861035" sldId="260"/>
        </pc:sldMkLst>
        <pc:spChg chg="mod">
          <ac:chgData name="Valentina Mella" userId="048b7fe83ec5ce67" providerId="LiveId" clId="{0010B19E-883B-4D04-9E75-7785A7B4B5C0}" dt="2025-11-11T00:44:02.749" v="761" actId="20577"/>
          <ac:spMkLst>
            <pc:docMk/>
            <pc:sldMk cId="3151861035" sldId="260"/>
            <ac:spMk id="2" creationId="{7B3586FC-9FA2-4202-9624-43C53B507446}"/>
          </ac:spMkLst>
        </pc:spChg>
        <pc:spChg chg="del">
          <ac:chgData name="Valentina Mella" userId="048b7fe83ec5ce67" providerId="LiveId" clId="{0010B19E-883B-4D04-9E75-7785A7B4B5C0}" dt="2025-11-11T00:42:12.947" v="754" actId="478"/>
          <ac:spMkLst>
            <pc:docMk/>
            <pc:sldMk cId="3151861035" sldId="260"/>
            <ac:spMk id="28" creationId="{35B2A3B9-ED7F-48DC-9BF0-3FB201FEAC5D}"/>
          </ac:spMkLst>
        </pc:spChg>
        <pc:spChg chg="del">
          <ac:chgData name="Valentina Mella" userId="048b7fe83ec5ce67" providerId="LiveId" clId="{0010B19E-883B-4D04-9E75-7785A7B4B5C0}" dt="2025-11-11T00:42:11.661" v="753" actId="478"/>
          <ac:spMkLst>
            <pc:docMk/>
            <pc:sldMk cId="3151861035" sldId="260"/>
            <ac:spMk id="30" creationId="{D7673E6C-4095-4C2A-89C0-A4011F19A703}"/>
          </ac:spMkLst>
        </pc:spChg>
        <pc:cxnChg chg="del">
          <ac:chgData name="Valentina Mella" userId="048b7fe83ec5ce67" providerId="LiveId" clId="{0010B19E-883B-4D04-9E75-7785A7B4B5C0}" dt="2025-11-11T00:42:14.733" v="756" actId="478"/>
          <ac:cxnSpMkLst>
            <pc:docMk/>
            <pc:sldMk cId="3151861035" sldId="260"/>
            <ac:cxnSpMk id="27" creationId="{0B75CF40-EBF3-4150-AEC5-695FD36E20D3}"/>
          </ac:cxnSpMkLst>
        </pc:cxnChg>
        <pc:cxnChg chg="del">
          <ac:chgData name="Valentina Mella" userId="048b7fe83ec5ce67" providerId="LiveId" clId="{0010B19E-883B-4D04-9E75-7785A7B4B5C0}" dt="2025-11-11T00:42:13.730" v="755" actId="478"/>
          <ac:cxnSpMkLst>
            <pc:docMk/>
            <pc:sldMk cId="3151861035" sldId="260"/>
            <ac:cxnSpMk id="29" creationId="{07231D22-1A6E-486E-B5E3-256F840CC9DE}"/>
          </ac:cxnSpMkLst>
        </pc:cxnChg>
      </pc:sldChg>
      <pc:sldChg chg="addSp delSp modSp mod">
        <pc:chgData name="Valentina Mella" userId="048b7fe83ec5ce67" providerId="LiveId" clId="{0010B19E-883B-4D04-9E75-7785A7B4B5C0}" dt="2025-11-11T00:37:10.888" v="415" actId="1076"/>
        <pc:sldMkLst>
          <pc:docMk/>
          <pc:sldMk cId="3473424934" sldId="262"/>
        </pc:sldMkLst>
        <pc:spChg chg="mod">
          <ac:chgData name="Valentina Mella" userId="048b7fe83ec5ce67" providerId="LiveId" clId="{0010B19E-883B-4D04-9E75-7785A7B4B5C0}" dt="2025-11-11T00:36:43.473" v="413" actId="20577"/>
          <ac:spMkLst>
            <pc:docMk/>
            <pc:sldMk cId="3473424934" sldId="262"/>
            <ac:spMk id="2" creationId="{7B3586FC-9FA2-4202-9624-43C53B507446}"/>
          </ac:spMkLst>
        </pc:spChg>
        <pc:spChg chg="del">
          <ac:chgData name="Valentina Mella" userId="048b7fe83ec5ce67" providerId="LiveId" clId="{0010B19E-883B-4D04-9E75-7785A7B4B5C0}" dt="2025-11-11T00:36:08.508" v="410" actId="478"/>
          <ac:spMkLst>
            <pc:docMk/>
            <pc:sldMk cId="3473424934" sldId="262"/>
            <ac:spMk id="9" creationId="{8084AB1B-0982-4AF0-91D9-EEA1C4FBCC86}"/>
          </ac:spMkLst>
        </pc:spChg>
        <pc:spChg chg="del mod">
          <ac:chgData name="Valentina Mella" userId="048b7fe83ec5ce67" providerId="LiveId" clId="{0010B19E-883B-4D04-9E75-7785A7B4B5C0}" dt="2025-11-11T00:35:38.704" v="262" actId="478"/>
          <ac:spMkLst>
            <pc:docMk/>
            <pc:sldMk cId="3473424934" sldId="262"/>
            <ac:spMk id="27" creationId="{69A474E0-960E-4243-AFBB-5689790045EB}"/>
          </ac:spMkLst>
        </pc:spChg>
        <pc:spChg chg="del">
          <ac:chgData name="Valentina Mella" userId="048b7fe83ec5ce67" providerId="LiveId" clId="{0010B19E-883B-4D04-9E75-7785A7B4B5C0}" dt="2025-11-11T00:35:36.917" v="259" actId="478"/>
          <ac:spMkLst>
            <pc:docMk/>
            <pc:sldMk cId="3473424934" sldId="262"/>
            <ac:spMk id="29" creationId="{A657F23C-1B86-409D-8E58-61404FC6DB59}"/>
          </ac:spMkLst>
        </pc:spChg>
        <pc:picChg chg="add mod">
          <ac:chgData name="Valentina Mella" userId="048b7fe83ec5ce67" providerId="LiveId" clId="{0010B19E-883B-4D04-9E75-7785A7B4B5C0}" dt="2025-11-11T00:37:10.888" v="415" actId="1076"/>
          <ac:picMkLst>
            <pc:docMk/>
            <pc:sldMk cId="3473424934" sldId="262"/>
            <ac:picMk id="5" creationId="{693B3C20-BE42-A21E-6028-9D388C77503C}"/>
          </ac:picMkLst>
        </pc:picChg>
        <pc:picChg chg="del">
          <ac:chgData name="Valentina Mella" userId="048b7fe83ec5ce67" providerId="LiveId" clId="{0010B19E-883B-4D04-9E75-7785A7B4B5C0}" dt="2025-11-11T00:36:10.341" v="411" actId="478"/>
          <ac:picMkLst>
            <pc:docMk/>
            <pc:sldMk cId="3473424934" sldId="262"/>
            <ac:picMk id="14" creationId="{00568652-943F-40BF-B3F4-04E301FB2C12}"/>
          </ac:picMkLst>
        </pc:picChg>
        <pc:cxnChg chg="del">
          <ac:chgData name="Valentina Mella" userId="048b7fe83ec5ce67" providerId="LiveId" clId="{0010B19E-883B-4D04-9E75-7785A7B4B5C0}" dt="2025-11-11T00:35:39.732" v="263" actId="478"/>
          <ac:cxnSpMkLst>
            <pc:docMk/>
            <pc:sldMk cId="3473424934" sldId="262"/>
            <ac:cxnSpMk id="26" creationId="{0C8772F5-5EDF-4845-98D6-19ACEBEBEA31}"/>
          </ac:cxnSpMkLst>
        </pc:cxnChg>
        <pc:cxnChg chg="del">
          <ac:chgData name="Valentina Mella" userId="048b7fe83ec5ce67" providerId="LiveId" clId="{0010B19E-883B-4D04-9E75-7785A7B4B5C0}" dt="2025-11-11T00:35:37.556" v="260" actId="478"/>
          <ac:cxnSpMkLst>
            <pc:docMk/>
            <pc:sldMk cId="3473424934" sldId="262"/>
            <ac:cxnSpMk id="28" creationId="{E4B8740E-C56B-4D4F-9D89-30157A562D17}"/>
          </ac:cxnSpMkLst>
        </pc:cxnChg>
      </pc:sldChg>
      <pc:sldChg chg="addSp delSp modSp mod">
        <pc:chgData name="Valentina Mella" userId="048b7fe83ec5ce67" providerId="LiveId" clId="{0010B19E-883B-4D04-9E75-7785A7B4B5C0}" dt="2025-11-11T00:44:39.553" v="780" actId="255"/>
        <pc:sldMkLst>
          <pc:docMk/>
          <pc:sldMk cId="1210692608" sldId="268"/>
        </pc:sldMkLst>
        <pc:spChg chg="add mod">
          <ac:chgData name="Valentina Mella" userId="048b7fe83ec5ce67" providerId="LiveId" clId="{0010B19E-883B-4D04-9E75-7785A7B4B5C0}" dt="2025-11-11T00:44:39.553" v="780" actId="255"/>
          <ac:spMkLst>
            <pc:docMk/>
            <pc:sldMk cId="1210692608" sldId="268"/>
            <ac:spMk id="2" creationId="{C4E88D5A-184D-D4C8-7258-BB53BF7BE53C}"/>
          </ac:spMkLst>
        </pc:spChg>
        <pc:spChg chg="del mod">
          <ac:chgData name="Valentina Mella" userId="048b7fe83ec5ce67" providerId="LiveId" clId="{0010B19E-883B-4D04-9E75-7785A7B4B5C0}" dt="2025-11-11T00:33:47.071" v="1" actId="478"/>
          <ac:spMkLst>
            <pc:docMk/>
            <pc:sldMk cId="1210692608" sldId="268"/>
            <ac:spMk id="13" creationId="{534B32D7-3F58-47D4-9ADE-ED9DFAC4F466}"/>
          </ac:spMkLst>
        </pc:spChg>
      </pc:sldChg>
      <pc:sldChg chg="addSp delSp modSp mod">
        <pc:chgData name="Valentina Mella" userId="048b7fe83ec5ce67" providerId="LiveId" clId="{0010B19E-883B-4D04-9E75-7785A7B4B5C0}" dt="2025-11-11T00:38:55.484" v="738" actId="20577"/>
        <pc:sldMkLst>
          <pc:docMk/>
          <pc:sldMk cId="3773802100" sldId="270"/>
        </pc:sldMkLst>
        <pc:spChg chg="mod">
          <ac:chgData name="Valentina Mella" userId="048b7fe83ec5ce67" providerId="LiveId" clId="{0010B19E-883B-4D04-9E75-7785A7B4B5C0}" dt="2025-11-11T00:37:39.940" v="489" actId="20577"/>
          <ac:spMkLst>
            <pc:docMk/>
            <pc:sldMk cId="3773802100" sldId="270"/>
            <ac:spMk id="2" creationId="{7B3586FC-9FA2-4202-9624-43C53B507446}"/>
          </ac:spMkLst>
        </pc:spChg>
        <pc:spChg chg="add mod">
          <ac:chgData name="Valentina Mella" userId="048b7fe83ec5ce67" providerId="LiveId" clId="{0010B19E-883B-4D04-9E75-7785A7B4B5C0}" dt="2025-11-11T00:37:50.829" v="500" actId="20577"/>
          <ac:spMkLst>
            <pc:docMk/>
            <pc:sldMk cId="3773802100" sldId="270"/>
            <ac:spMk id="4" creationId="{D91789CB-9AE9-2BED-426A-DD44C1E212C5}"/>
          </ac:spMkLst>
        </pc:spChg>
        <pc:spChg chg="add mod">
          <ac:chgData name="Valentina Mella" userId="048b7fe83ec5ce67" providerId="LiveId" clId="{0010B19E-883B-4D04-9E75-7785A7B4B5C0}" dt="2025-11-11T00:38:55.484" v="738" actId="20577"/>
          <ac:spMkLst>
            <pc:docMk/>
            <pc:sldMk cId="3773802100" sldId="270"/>
            <ac:spMk id="5" creationId="{3A287F53-0A45-F12E-2720-5846E6D3DAC9}"/>
          </ac:spMkLst>
        </pc:spChg>
        <pc:spChg chg="del">
          <ac:chgData name="Valentina Mella" userId="048b7fe83ec5ce67" providerId="LiveId" clId="{0010B19E-883B-4D04-9E75-7785A7B4B5C0}" dt="2025-11-11T00:37:18.898" v="420" actId="478"/>
          <ac:spMkLst>
            <pc:docMk/>
            <pc:sldMk cId="3773802100" sldId="270"/>
            <ac:spMk id="9" creationId="{8084AB1B-0982-4AF0-91D9-EEA1C4FBCC86}"/>
          </ac:spMkLst>
        </pc:spChg>
        <pc:spChg chg="del">
          <ac:chgData name="Valentina Mella" userId="048b7fe83ec5ce67" providerId="LiveId" clId="{0010B19E-883B-4D04-9E75-7785A7B4B5C0}" dt="2025-11-11T00:37:16.632" v="417" actId="478"/>
          <ac:spMkLst>
            <pc:docMk/>
            <pc:sldMk cId="3773802100" sldId="270"/>
            <ac:spMk id="23" creationId="{C3DA0CC3-180C-4A7D-B838-ADB9B0BB9FA5}"/>
          </ac:spMkLst>
        </pc:spChg>
        <pc:spChg chg="del">
          <ac:chgData name="Valentina Mella" userId="048b7fe83ec5ce67" providerId="LiveId" clId="{0010B19E-883B-4D04-9E75-7785A7B4B5C0}" dt="2025-11-11T00:37:15.307" v="416" actId="478"/>
          <ac:spMkLst>
            <pc:docMk/>
            <pc:sldMk cId="3773802100" sldId="270"/>
            <ac:spMk id="25" creationId="{4D94E4EB-C349-409F-9630-3A75420A45FC}"/>
          </ac:spMkLst>
        </pc:spChg>
        <pc:picChg chg="del">
          <ac:chgData name="Valentina Mella" userId="048b7fe83ec5ce67" providerId="LiveId" clId="{0010B19E-883B-4D04-9E75-7785A7B4B5C0}" dt="2025-11-11T00:37:19.859" v="421" actId="478"/>
          <ac:picMkLst>
            <pc:docMk/>
            <pc:sldMk cId="3773802100" sldId="270"/>
            <ac:picMk id="14" creationId="{00568652-943F-40BF-B3F4-04E301FB2C12}"/>
          </ac:picMkLst>
        </pc:picChg>
        <pc:cxnChg chg="del">
          <ac:chgData name="Valentina Mella" userId="048b7fe83ec5ce67" providerId="LiveId" clId="{0010B19E-883B-4D04-9E75-7785A7B4B5C0}" dt="2025-11-11T00:37:18.424" v="419" actId="478"/>
          <ac:cxnSpMkLst>
            <pc:docMk/>
            <pc:sldMk cId="3773802100" sldId="270"/>
            <ac:cxnSpMk id="22" creationId="{2E6ACB1E-E5C8-4931-A508-994D9962A588}"/>
          </ac:cxnSpMkLst>
        </pc:cxnChg>
        <pc:cxnChg chg="del">
          <ac:chgData name="Valentina Mella" userId="048b7fe83ec5ce67" providerId="LiveId" clId="{0010B19E-883B-4D04-9E75-7785A7B4B5C0}" dt="2025-11-11T00:37:17.550" v="418" actId="478"/>
          <ac:cxnSpMkLst>
            <pc:docMk/>
            <pc:sldMk cId="3773802100" sldId="270"/>
            <ac:cxnSpMk id="24" creationId="{4BBDDF0C-7FC1-4528-A024-526228C4F863}"/>
          </ac:cxnSpMkLst>
        </pc:cxnChg>
      </pc:sldChg>
      <pc:sldChg chg="del">
        <pc:chgData name="Valentina Mella" userId="048b7fe83ec5ce67" providerId="LiveId" clId="{0010B19E-883B-4D04-9E75-7785A7B4B5C0}" dt="2025-11-11T00:37:53.049" v="501" actId="47"/>
        <pc:sldMkLst>
          <pc:docMk/>
          <pc:sldMk cId="3947681423" sldId="274"/>
        </pc:sldMkLst>
      </pc:sldChg>
      <pc:sldChg chg="del">
        <pc:chgData name="Valentina Mella" userId="048b7fe83ec5ce67" providerId="LiveId" clId="{0010B19E-883B-4D04-9E75-7785A7B4B5C0}" dt="2025-11-11T00:44:17.526" v="762" actId="47"/>
        <pc:sldMkLst>
          <pc:docMk/>
          <pc:sldMk cId="462954308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4D28-0065-4E3B-8554-9680FCAB8705}" type="datetimeFigureOut">
              <a:rPr lang="es-CL" smtClean="0"/>
              <a:t>10-11-2025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D1F9-3EB0-4996-A76D-7B2EFAA02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0524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4D28-0065-4E3B-8554-9680FCAB8705}" type="datetimeFigureOut">
              <a:rPr lang="es-CL" smtClean="0"/>
              <a:t>10-11-2025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D1F9-3EB0-4996-A76D-7B2EFAA02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6480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4D28-0065-4E3B-8554-9680FCAB8705}" type="datetimeFigureOut">
              <a:rPr lang="es-CL" smtClean="0"/>
              <a:t>10-11-2025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D1F9-3EB0-4996-A76D-7B2EFAA02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9429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4D28-0065-4E3B-8554-9680FCAB8705}" type="datetimeFigureOut">
              <a:rPr lang="es-CL" smtClean="0"/>
              <a:t>10-11-2025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D1F9-3EB0-4996-A76D-7B2EFAA02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3417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4D28-0065-4E3B-8554-9680FCAB8705}" type="datetimeFigureOut">
              <a:rPr lang="es-CL" smtClean="0"/>
              <a:t>10-11-2025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D1F9-3EB0-4996-A76D-7B2EFAA02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2691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4D28-0065-4E3B-8554-9680FCAB8705}" type="datetimeFigureOut">
              <a:rPr lang="es-CL" smtClean="0"/>
              <a:t>10-11-2025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D1F9-3EB0-4996-A76D-7B2EFAA02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204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4D28-0065-4E3B-8554-9680FCAB8705}" type="datetimeFigureOut">
              <a:rPr lang="es-CL" smtClean="0"/>
              <a:t>10-11-2025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D1F9-3EB0-4996-A76D-7B2EFAA02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2777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4D28-0065-4E3B-8554-9680FCAB8705}" type="datetimeFigureOut">
              <a:rPr lang="es-CL" smtClean="0"/>
              <a:t>10-11-2025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D1F9-3EB0-4996-A76D-7B2EFAA02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713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4D28-0065-4E3B-8554-9680FCAB8705}" type="datetimeFigureOut">
              <a:rPr lang="es-CL" smtClean="0"/>
              <a:t>10-11-2025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D1F9-3EB0-4996-A76D-7B2EFAA02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454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4D28-0065-4E3B-8554-9680FCAB8705}" type="datetimeFigureOut">
              <a:rPr lang="es-CL" smtClean="0"/>
              <a:t>10-11-2025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D1F9-3EB0-4996-A76D-7B2EFAA02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259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4D28-0065-4E3B-8554-9680FCAB8705}" type="datetimeFigureOut">
              <a:rPr lang="es-CL" smtClean="0"/>
              <a:t>10-11-2025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D1F9-3EB0-4996-A76D-7B2EFAA02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6497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54D28-0065-4E3B-8554-9680FCAB8705}" type="datetimeFigureOut">
              <a:rPr lang="es-CL" smtClean="0"/>
              <a:t>10-11-2025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3D1F9-3EB0-4996-A76D-7B2EFAA02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8731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exels.com/es-es/foto/1913169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en/smartphone-app-news-web-internet-1184883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atrón de fondo&#10;&#10;Descripción generada automáticamente">
            <a:extLst>
              <a:ext uri="{FF2B5EF4-FFF2-40B4-BE49-F238E27FC236}">
                <a16:creationId xmlns:a16="http://schemas.microsoft.com/office/drawing/2014/main" id="{681D16D0-3BB0-4FD4-A6F5-01E54A8406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"/>
            <a:ext cx="12192000" cy="685772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4A4F068-0F88-43FD-A0E5-83701A0BC73B}"/>
              </a:ext>
            </a:extLst>
          </p:cNvPr>
          <p:cNvSpPr txBox="1"/>
          <p:nvPr/>
        </p:nvSpPr>
        <p:spPr>
          <a:xfrm>
            <a:off x="349506" y="3685277"/>
            <a:ext cx="6860186" cy="84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4800" dirty="0">
                <a:solidFill>
                  <a:srgbClr val="282F39"/>
                </a:solidFill>
                <a:effectLst/>
                <a:latin typeface="Times New Roman" panose="02020603050405020304" pitchFamily="18" charset="0"/>
                <a:ea typeface="Noto Serif" panose="02020600060500020200" pitchFamily="18" charset="0"/>
                <a:cs typeface="Times New Roman" panose="02020603050405020304" pitchFamily="18" charset="0"/>
              </a:rPr>
              <a:t>Creando mi primera App</a:t>
            </a:r>
          </a:p>
        </p:txBody>
      </p:sp>
      <p:pic>
        <p:nvPicPr>
          <p:cNvPr id="8" name="Imagen 7" descr="Logotipo&#10;&#10;Descripción generada automáticamente">
            <a:extLst>
              <a:ext uri="{FF2B5EF4-FFF2-40B4-BE49-F238E27FC236}">
                <a16:creationId xmlns:a16="http://schemas.microsoft.com/office/drawing/2014/main" id="{9159BB1E-C2AA-4FCE-ABA0-518D9F412A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38" y="315236"/>
            <a:ext cx="2366104" cy="53088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4E88D5A-184D-D4C8-7258-BB53BF7BE53C}"/>
              </a:ext>
            </a:extLst>
          </p:cNvPr>
          <p:cNvSpPr txBox="1"/>
          <p:nvPr/>
        </p:nvSpPr>
        <p:spPr>
          <a:xfrm>
            <a:off x="349506" y="4294877"/>
            <a:ext cx="6860186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3200" dirty="0">
                <a:solidFill>
                  <a:srgbClr val="282F39"/>
                </a:solidFill>
                <a:effectLst/>
                <a:latin typeface="Times New Roman" panose="02020603050405020304" pitchFamily="18" charset="0"/>
                <a:ea typeface="Noto Serif" panose="02020600060500020200" pitchFamily="18" charset="0"/>
                <a:cs typeface="Times New Roman" panose="02020603050405020304" pitchFamily="18" charset="0"/>
              </a:rPr>
              <a:t>Valentina Mella</a:t>
            </a:r>
          </a:p>
        </p:txBody>
      </p:sp>
    </p:spTree>
    <p:extLst>
      <p:ext uri="{BB962C8B-B14F-4D97-AF65-F5344CB8AC3E}">
        <p14:creationId xmlns:p14="http://schemas.microsoft.com/office/powerpoint/2010/main" val="1210692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B3586FC-9FA2-4202-9624-43C53B507446}"/>
              </a:ext>
            </a:extLst>
          </p:cNvPr>
          <p:cNvSpPr txBox="1"/>
          <p:nvPr/>
        </p:nvSpPr>
        <p:spPr>
          <a:xfrm>
            <a:off x="6401231" y="3069312"/>
            <a:ext cx="5088137" cy="171136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1800" dirty="0">
                <a:solidFill>
                  <a:srgbClr val="282F39"/>
                </a:solidFill>
                <a:ea typeface="Open Sans"/>
                <a:cs typeface="Open Sans"/>
              </a:rPr>
              <a:t>Las </a:t>
            </a:r>
            <a:r>
              <a:rPr lang="en-US" sz="1800" dirty="0" err="1">
                <a:solidFill>
                  <a:srgbClr val="282F39"/>
                </a:solidFill>
                <a:ea typeface="Open Sans"/>
                <a:cs typeface="Open Sans"/>
              </a:rPr>
              <a:t>aplicaciones</a:t>
            </a:r>
            <a:r>
              <a:rPr lang="en-US" sz="1800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sz="1800" dirty="0" err="1">
                <a:solidFill>
                  <a:srgbClr val="282F39"/>
                </a:solidFill>
                <a:ea typeface="Open Sans"/>
                <a:cs typeface="Open Sans"/>
              </a:rPr>
              <a:t>actuales</a:t>
            </a:r>
            <a:r>
              <a:rPr lang="en-US" sz="1800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sz="1800" dirty="0" err="1">
                <a:solidFill>
                  <a:srgbClr val="282F39"/>
                </a:solidFill>
                <a:ea typeface="Open Sans"/>
                <a:cs typeface="Open Sans"/>
              </a:rPr>
              <a:t>enfocadas</a:t>
            </a:r>
            <a:r>
              <a:rPr lang="en-US" sz="1800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sz="1800" dirty="0" err="1">
                <a:solidFill>
                  <a:srgbClr val="282F39"/>
                </a:solidFill>
                <a:ea typeface="Open Sans"/>
                <a:cs typeface="Open Sans"/>
              </a:rPr>
              <a:t>en</a:t>
            </a:r>
            <a:r>
              <a:rPr lang="en-US" sz="1800" dirty="0">
                <a:solidFill>
                  <a:srgbClr val="282F39"/>
                </a:solidFill>
                <a:ea typeface="Open Sans"/>
                <a:cs typeface="Open Sans"/>
              </a:rPr>
              <a:t> la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gestión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y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administración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de comunidades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como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edificios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,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presentan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desactualizaciones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además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de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resultar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muy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confusas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por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la gran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cantidad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de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información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. </a:t>
            </a:r>
            <a:endParaRPr lang="en-US" sz="1800" dirty="0">
              <a:solidFill>
                <a:srgbClr val="282F39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0AA4C3-2984-480B-BFDE-19BEA8FB331F}"/>
              </a:ext>
            </a:extLst>
          </p:cNvPr>
          <p:cNvSpPr txBox="1"/>
          <p:nvPr/>
        </p:nvSpPr>
        <p:spPr>
          <a:xfrm>
            <a:off x="6170322" y="2032479"/>
            <a:ext cx="5549954" cy="6451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3600" dirty="0">
                <a:solidFill>
                  <a:srgbClr val="282F39"/>
                </a:solidFill>
                <a:latin typeface="Times New Roman"/>
                <a:ea typeface="Open Sans"/>
                <a:cs typeface="Times New Roman"/>
              </a:rPr>
              <a:t>Presentando la problemática</a:t>
            </a:r>
            <a:endParaRPr lang="es-CL" sz="3600" dirty="0">
              <a:solidFill>
                <a:srgbClr val="282F39"/>
              </a:solidFill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CE9D2C8B-6761-4C60-994D-22C7DF0DFF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74" y="196820"/>
            <a:ext cx="1252912" cy="28111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FA9527C-4242-EAF3-2DBD-B2A08033B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97127" y="1659989"/>
            <a:ext cx="4333910" cy="325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33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B3586FC-9FA2-4202-9624-43C53B507446}"/>
              </a:ext>
            </a:extLst>
          </p:cNvPr>
          <p:cNvSpPr txBox="1"/>
          <p:nvPr/>
        </p:nvSpPr>
        <p:spPr>
          <a:xfrm>
            <a:off x="507326" y="2725970"/>
            <a:ext cx="5088137" cy="12958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Se propone la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creación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de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una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nueva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App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que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resulte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ser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más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intuitiva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,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sencilla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y moderna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que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las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actuales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que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manejan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el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negocio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.</a:t>
            </a:r>
            <a:endParaRPr lang="en-US" sz="1800" dirty="0">
              <a:solidFill>
                <a:srgbClr val="282F39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0AA4C3-2984-480B-BFDE-19BEA8FB331F}"/>
              </a:ext>
            </a:extLst>
          </p:cNvPr>
          <p:cNvSpPr txBox="1"/>
          <p:nvPr/>
        </p:nvSpPr>
        <p:spPr>
          <a:xfrm>
            <a:off x="507326" y="1548414"/>
            <a:ext cx="5088137" cy="6560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3600" dirty="0">
                <a:solidFill>
                  <a:srgbClr val="282F39"/>
                </a:solidFill>
                <a:latin typeface="Times New Roman"/>
                <a:ea typeface="Open Sans"/>
                <a:cs typeface="Times New Roman"/>
              </a:rPr>
              <a:t>Solución propuesta</a:t>
            </a:r>
            <a:endParaRPr lang="es-CL" sz="3600" dirty="0">
              <a:solidFill>
                <a:srgbClr val="282F39"/>
              </a:solidFill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5" name="Imagen 24" descr="Logotipo&#10;&#10;Descripción generada automáticamente">
            <a:extLst>
              <a:ext uri="{FF2B5EF4-FFF2-40B4-BE49-F238E27FC236}">
                <a16:creationId xmlns:a16="http://schemas.microsoft.com/office/drawing/2014/main" id="{D583A37C-3EE6-4C81-840F-0DA4AF60F5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74" y="196820"/>
            <a:ext cx="1252912" cy="28111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93B3C20-BE42-A21E-6028-9D388C775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00" y="196820"/>
            <a:ext cx="533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24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B3586FC-9FA2-4202-9624-43C53B507446}"/>
              </a:ext>
            </a:extLst>
          </p:cNvPr>
          <p:cNvSpPr txBox="1"/>
          <p:nvPr/>
        </p:nvSpPr>
        <p:spPr>
          <a:xfrm>
            <a:off x="589258" y="3042531"/>
            <a:ext cx="5088137" cy="25423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1800" dirty="0" err="1">
                <a:solidFill>
                  <a:srgbClr val="282F39"/>
                </a:solidFill>
                <a:ea typeface="Open Sans"/>
                <a:cs typeface="Open Sans"/>
              </a:rPr>
              <a:t>Intuitiva</a:t>
            </a:r>
            <a:endParaRPr lang="en-US" sz="1800" dirty="0">
              <a:solidFill>
                <a:srgbClr val="282F39"/>
              </a:solidFill>
              <a:ea typeface="Open Sans"/>
              <a:cs typeface="Open Sans"/>
            </a:endParaRPr>
          </a:p>
          <a:p>
            <a:pPr defTabSz="360000">
              <a:lnSpc>
                <a:spcPct val="150000"/>
              </a:lnSpc>
            </a:pPr>
            <a:endParaRPr lang="en-US" dirty="0">
              <a:solidFill>
                <a:srgbClr val="282F39"/>
              </a:solidFill>
              <a:ea typeface="Open Sans"/>
              <a:cs typeface="Open Sans"/>
            </a:endParaRPr>
          </a:p>
          <a:p>
            <a:pPr defTabSz="360000">
              <a:lnSpc>
                <a:spcPct val="150000"/>
              </a:lnSpc>
            </a:pPr>
            <a:r>
              <a:rPr lang="en-US" sz="1800" dirty="0" err="1">
                <a:solidFill>
                  <a:srgbClr val="282F39"/>
                </a:solidFill>
                <a:ea typeface="Open Sans"/>
                <a:cs typeface="Open Sans"/>
              </a:rPr>
              <a:t>Sencil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la</a:t>
            </a:r>
            <a:endParaRPr lang="en-US" dirty="0">
              <a:solidFill>
                <a:srgbClr val="282F39"/>
              </a:solidFill>
              <a:ea typeface="Open Sans"/>
              <a:cs typeface="Open Sans"/>
            </a:endParaRPr>
          </a:p>
          <a:p>
            <a:pPr defTabSz="360000">
              <a:lnSpc>
                <a:spcPct val="150000"/>
              </a:lnSpc>
            </a:pPr>
            <a:endParaRPr lang="en-US" sz="1800" dirty="0">
              <a:solidFill>
                <a:srgbClr val="282F39"/>
              </a:solidFill>
              <a:ea typeface="Open Sans"/>
              <a:cs typeface="Open Sans"/>
            </a:endParaRPr>
          </a:p>
          <a:p>
            <a:pPr defTabSz="360000">
              <a:lnSpc>
                <a:spcPct val="150000"/>
              </a:lnSpc>
            </a:pP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Moderna</a:t>
            </a:r>
          </a:p>
          <a:p>
            <a:pPr defTabSz="360000">
              <a:lnSpc>
                <a:spcPct val="150000"/>
              </a:lnSpc>
            </a:pPr>
            <a:endParaRPr lang="en-US" sz="1800" dirty="0">
              <a:solidFill>
                <a:srgbClr val="282F39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0AA4C3-2984-480B-BFDE-19BEA8FB331F}"/>
              </a:ext>
            </a:extLst>
          </p:cNvPr>
          <p:cNvSpPr txBox="1"/>
          <p:nvPr/>
        </p:nvSpPr>
        <p:spPr>
          <a:xfrm>
            <a:off x="507326" y="1548414"/>
            <a:ext cx="5088137" cy="6560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3600" dirty="0">
                <a:solidFill>
                  <a:srgbClr val="282F39"/>
                </a:solidFill>
                <a:latin typeface="Times New Roman"/>
                <a:ea typeface="Open Sans"/>
                <a:cs typeface="Times New Roman"/>
              </a:rPr>
              <a:t>Ventajas </a:t>
            </a:r>
            <a:endParaRPr lang="es-CL" sz="3600" dirty="0">
              <a:solidFill>
                <a:srgbClr val="282F39"/>
              </a:solidFill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Imagen 20" descr="Logotipo&#10;&#10;Descripción generada automáticamente">
            <a:extLst>
              <a:ext uri="{FF2B5EF4-FFF2-40B4-BE49-F238E27FC236}">
                <a16:creationId xmlns:a16="http://schemas.microsoft.com/office/drawing/2014/main" id="{0142BE57-180F-41F4-8BE5-273FC0C776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74" y="196820"/>
            <a:ext cx="1252912" cy="28111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91789CB-9AE9-2BED-426A-DD44C1E212C5}"/>
              </a:ext>
            </a:extLst>
          </p:cNvPr>
          <p:cNvSpPr txBox="1"/>
          <p:nvPr/>
        </p:nvSpPr>
        <p:spPr>
          <a:xfrm>
            <a:off x="5857368" y="1548414"/>
            <a:ext cx="5088137" cy="6560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3600" dirty="0">
                <a:solidFill>
                  <a:srgbClr val="282F39"/>
                </a:solidFill>
                <a:latin typeface="Times New Roman"/>
                <a:ea typeface="Open Sans"/>
                <a:cs typeface="Times New Roman"/>
              </a:rPr>
              <a:t>Desventajas </a:t>
            </a:r>
            <a:endParaRPr lang="es-CL" sz="3600" dirty="0">
              <a:solidFill>
                <a:srgbClr val="282F39"/>
              </a:solidFill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A287F53-0A45-F12E-2720-5846E6D3DAC9}"/>
              </a:ext>
            </a:extLst>
          </p:cNvPr>
          <p:cNvSpPr txBox="1"/>
          <p:nvPr/>
        </p:nvSpPr>
        <p:spPr>
          <a:xfrm>
            <a:off x="5857368" y="3042531"/>
            <a:ext cx="5088137" cy="21268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1800" dirty="0" err="1">
                <a:solidFill>
                  <a:srgbClr val="282F39"/>
                </a:solidFill>
                <a:ea typeface="Open Sans"/>
                <a:cs typeface="Open Sans"/>
              </a:rPr>
              <a:t>Actualmente</a:t>
            </a:r>
            <a:r>
              <a:rPr lang="en-US" sz="1800" dirty="0">
                <a:solidFill>
                  <a:srgbClr val="282F39"/>
                </a:solidFill>
                <a:ea typeface="Open Sans"/>
                <a:cs typeface="Open Sans"/>
              </a:rPr>
              <a:t> </a:t>
            </a:r>
            <a:r>
              <a:rPr lang="en-US" sz="1800" dirty="0" err="1">
                <a:solidFill>
                  <a:srgbClr val="282F39"/>
                </a:solidFill>
                <a:ea typeface="Open Sans"/>
                <a:cs typeface="Open Sans"/>
              </a:rPr>
              <a:t>exist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e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un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monopolio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de las App con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Comnidad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 Feliz y </a:t>
            </a:r>
            <a:r>
              <a:rPr lang="en-US" dirty="0" err="1">
                <a:solidFill>
                  <a:srgbClr val="282F39"/>
                </a:solidFill>
                <a:ea typeface="Open Sans"/>
                <a:cs typeface="Open Sans"/>
              </a:rPr>
              <a:t>Edifito</a:t>
            </a:r>
            <a:r>
              <a:rPr lang="en-US" dirty="0">
                <a:solidFill>
                  <a:srgbClr val="282F39"/>
                </a:solidFill>
                <a:ea typeface="Open Sans"/>
                <a:cs typeface="Open Sans"/>
              </a:rPr>
              <a:t>.</a:t>
            </a:r>
            <a:endParaRPr lang="en-US" sz="1800" dirty="0">
              <a:solidFill>
                <a:srgbClr val="282F39"/>
              </a:solidFill>
              <a:ea typeface="Open Sans"/>
              <a:cs typeface="Open Sans"/>
            </a:endParaRPr>
          </a:p>
          <a:p>
            <a:pPr defTabSz="360000">
              <a:lnSpc>
                <a:spcPct val="150000"/>
              </a:lnSpc>
            </a:pPr>
            <a:endParaRPr lang="en-US" dirty="0">
              <a:solidFill>
                <a:srgbClr val="282F39"/>
              </a:solidFill>
              <a:ea typeface="Open Sans"/>
              <a:cs typeface="Open Sans"/>
            </a:endParaRPr>
          </a:p>
          <a:p>
            <a:pPr defTabSz="360000">
              <a:lnSpc>
                <a:spcPct val="150000"/>
              </a:lnSpc>
            </a:pPr>
            <a:r>
              <a:rPr lang="en-US" sz="1800" dirty="0">
                <a:solidFill>
                  <a:srgbClr val="282F39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Falta </a:t>
            </a:r>
            <a:r>
              <a:rPr lang="en-US" sz="1800" dirty="0" err="1">
                <a:solidFill>
                  <a:srgbClr val="282F39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mejorar</a:t>
            </a:r>
            <a:r>
              <a:rPr lang="en-US" sz="1800" dirty="0">
                <a:solidFill>
                  <a:srgbClr val="282F39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solidFill>
                  <a:srgbClr val="282F39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el</a:t>
            </a:r>
            <a:r>
              <a:rPr lang="en-US" sz="1800" dirty="0">
                <a:solidFill>
                  <a:srgbClr val="282F39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solidFill>
                  <a:srgbClr val="282F39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diseño</a:t>
            </a:r>
            <a:r>
              <a:rPr lang="en-US" sz="1800" dirty="0">
                <a:solidFill>
                  <a:srgbClr val="282F39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visual de la App</a:t>
            </a:r>
          </a:p>
          <a:p>
            <a:pPr defTabSz="360000">
              <a:lnSpc>
                <a:spcPct val="150000"/>
              </a:lnSpc>
            </a:pPr>
            <a:endParaRPr lang="en-US" sz="1800" dirty="0">
              <a:solidFill>
                <a:srgbClr val="282F39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802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60AA4C3-2984-480B-BFDE-19BEA8FB331F}"/>
              </a:ext>
            </a:extLst>
          </p:cNvPr>
          <p:cNvSpPr txBox="1"/>
          <p:nvPr/>
        </p:nvSpPr>
        <p:spPr>
          <a:xfrm>
            <a:off x="2220622" y="477938"/>
            <a:ext cx="8174662" cy="6451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3600" dirty="0">
                <a:solidFill>
                  <a:srgbClr val="282F39"/>
                </a:solidFill>
                <a:latin typeface="Times New Roman"/>
                <a:ea typeface="Open Sans"/>
                <a:cs typeface="Times New Roman"/>
              </a:rPr>
              <a:t>Presentando las interfaces básicas</a:t>
            </a:r>
            <a:endParaRPr lang="es-CL" sz="3600" dirty="0">
              <a:solidFill>
                <a:srgbClr val="282F39"/>
              </a:solidFill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Imagen 14" descr="Logotipo&#10;&#10;Descripción generada automáticamente">
            <a:extLst>
              <a:ext uri="{FF2B5EF4-FFF2-40B4-BE49-F238E27FC236}">
                <a16:creationId xmlns:a16="http://schemas.microsoft.com/office/drawing/2014/main" id="{890B1CC8-C23D-43F6-BAAE-529A64F059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74" y="196820"/>
            <a:ext cx="1252912" cy="28111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3117592-86D3-35AA-38BF-5F5B10BDC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286" y="1123051"/>
            <a:ext cx="7733749" cy="233094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A905885-2DEB-B351-0C53-3498CFA6E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486" y="3692921"/>
            <a:ext cx="8133347" cy="308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907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B3586FC-9FA2-4202-9624-43C53B507446}"/>
              </a:ext>
            </a:extLst>
          </p:cNvPr>
          <p:cNvSpPr txBox="1"/>
          <p:nvPr/>
        </p:nvSpPr>
        <p:spPr>
          <a:xfrm>
            <a:off x="507326" y="2313668"/>
            <a:ext cx="11175802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@ionic/angular:</a:t>
            </a:r>
            <a:r>
              <a:rPr lang="es-MX" dirty="0"/>
              <a:t> Proporciona los componentes visuales y herramientas necesarias para construir interfaces modernas y adaptables.</a:t>
            </a:r>
          </a:p>
          <a:p>
            <a:r>
              <a:rPr lang="es-MX" b="1" dirty="0"/>
              <a:t>@angular/core y @angular/router:</a:t>
            </a:r>
            <a:r>
              <a:rPr lang="es-MX" dirty="0"/>
              <a:t> Permiten la estructura modular del proyecto, el enrutamiento entre páginas y la comunicación entre componentes.</a:t>
            </a:r>
          </a:p>
          <a:p>
            <a:r>
              <a:rPr lang="es-MX" b="1" dirty="0"/>
              <a:t>@ionic/angular/css:</a:t>
            </a:r>
            <a:r>
              <a:rPr lang="es-MX" dirty="0"/>
              <a:t> Ofrece animaciones y estilos visuales predeterminados optimizados para móviles.</a:t>
            </a:r>
          </a:p>
          <a:p>
            <a:r>
              <a:rPr lang="es-MX" b="1" dirty="0"/>
              <a:t>Capacitor:</a:t>
            </a:r>
            <a:r>
              <a:rPr lang="es-MX" dirty="0"/>
              <a:t> Librería usada para preparar la aplicación como app móvil nativa (Android/iOS).</a:t>
            </a:r>
          </a:p>
          <a:p>
            <a:endParaRPr lang="es-MX" dirty="0"/>
          </a:p>
          <a:p>
            <a:r>
              <a:rPr lang="es-MX" b="1" dirty="0"/>
              <a:t>🧩 Componentes de </a:t>
            </a:r>
            <a:r>
              <a:rPr lang="es-MX" b="1" dirty="0" err="1"/>
              <a:t>Ionic</a:t>
            </a:r>
            <a:r>
              <a:rPr lang="es-MX" b="1" dirty="0"/>
              <a:t> utilizados</a:t>
            </a:r>
          </a:p>
          <a:p>
            <a:r>
              <a:rPr lang="es-MX" dirty="0"/>
              <a:t>&lt;ion-</a:t>
            </a:r>
            <a:r>
              <a:rPr lang="es-MX" dirty="0" err="1"/>
              <a:t>header</a:t>
            </a:r>
            <a:r>
              <a:rPr lang="es-MX" dirty="0"/>
              <a:t>&gt; y &lt;ion-</a:t>
            </a:r>
            <a:r>
              <a:rPr lang="es-MX" dirty="0" err="1"/>
              <a:t>toolbar</a:t>
            </a:r>
            <a:r>
              <a:rPr lang="es-MX" dirty="0"/>
              <a:t>&gt; → Encabezado principal con el título de la página.</a:t>
            </a:r>
          </a:p>
          <a:p>
            <a:r>
              <a:rPr lang="es-MX" dirty="0"/>
              <a:t>&lt;ion-</a:t>
            </a:r>
            <a:r>
              <a:rPr lang="es-MX" dirty="0" err="1"/>
              <a:t>content</a:t>
            </a:r>
            <a:r>
              <a:rPr lang="es-MX" dirty="0"/>
              <a:t>&gt; → Contenedor principal del contenido.</a:t>
            </a:r>
          </a:p>
          <a:p>
            <a:r>
              <a:rPr lang="es-MX" dirty="0"/>
              <a:t>&lt;ion-</a:t>
            </a:r>
            <a:r>
              <a:rPr lang="es-MX" dirty="0" err="1"/>
              <a:t>card</a:t>
            </a:r>
            <a:r>
              <a:rPr lang="es-MX" dirty="0"/>
              <a:t>&gt; → Muestra información de forma ordenada y atractiva.</a:t>
            </a:r>
          </a:p>
          <a:p>
            <a:r>
              <a:rPr lang="es-MX" dirty="0"/>
              <a:t>&lt;ion-</a:t>
            </a:r>
            <a:r>
              <a:rPr lang="es-MX" dirty="0" err="1"/>
              <a:t>button</a:t>
            </a:r>
            <a:r>
              <a:rPr lang="es-MX" dirty="0"/>
              <a:t>&gt; → Botones para navegación o acciones del usuario.</a:t>
            </a:r>
          </a:p>
          <a:p>
            <a:r>
              <a:rPr lang="es-MX" dirty="0"/>
              <a:t>&lt;ion-</a:t>
            </a:r>
            <a:r>
              <a:rPr lang="es-MX" dirty="0" err="1"/>
              <a:t>icon</a:t>
            </a:r>
            <a:r>
              <a:rPr lang="es-MX" dirty="0"/>
              <a:t>&gt; → Iconos visuales para complementar botones y tarjetas.</a:t>
            </a:r>
          </a:p>
          <a:p>
            <a:r>
              <a:rPr lang="es-MX" dirty="0"/>
              <a:t>&lt;ion-</a:t>
            </a:r>
            <a:r>
              <a:rPr lang="es-MX" dirty="0" err="1"/>
              <a:t>list</a:t>
            </a:r>
            <a:r>
              <a:rPr lang="es-MX" dirty="0"/>
              <a:t>&gt; y &lt;ion-</a:t>
            </a:r>
            <a:r>
              <a:rPr lang="es-MX" dirty="0" err="1"/>
              <a:t>item</a:t>
            </a:r>
            <a:r>
              <a:rPr lang="es-MX" dirty="0"/>
              <a:t>&gt; → Organización de elementos en formato de lista.</a:t>
            </a:r>
          </a:p>
          <a:p>
            <a:r>
              <a:rPr lang="es-MX" dirty="0"/>
              <a:t>&lt;ion-</a:t>
            </a:r>
            <a:r>
              <a:rPr lang="es-MX" dirty="0" err="1"/>
              <a:t>badge</a:t>
            </a:r>
            <a:r>
              <a:rPr lang="es-MX" dirty="0"/>
              <a:t>&gt; → Indicadores visuales de estado o notificaciones.</a:t>
            </a:r>
          </a:p>
          <a:p>
            <a:pPr algn="ctr" defTabSz="360000">
              <a:lnSpc>
                <a:spcPct val="150000"/>
              </a:lnSpc>
            </a:pPr>
            <a:endParaRPr lang="ru-RU" sz="1800" spc="-150" dirty="0">
              <a:solidFill>
                <a:srgbClr val="282F39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0AA4C3-2984-480B-BFDE-19BEA8FB331F}"/>
              </a:ext>
            </a:extLst>
          </p:cNvPr>
          <p:cNvSpPr txBox="1"/>
          <p:nvPr/>
        </p:nvSpPr>
        <p:spPr>
          <a:xfrm>
            <a:off x="507326" y="1242305"/>
            <a:ext cx="11175798" cy="65607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CL" sz="3600" dirty="0">
                <a:solidFill>
                  <a:srgbClr val="282F39"/>
                </a:solidFill>
                <a:latin typeface="Times New Roman"/>
                <a:ea typeface="Open Sans"/>
                <a:cs typeface="Times New Roman"/>
              </a:rPr>
              <a:t>Librerías implementadas y sus componentes </a:t>
            </a:r>
            <a:endParaRPr lang="es-CL" sz="3600" dirty="0">
              <a:solidFill>
                <a:srgbClr val="282F39"/>
              </a:solidFill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6" name="Imagen 25" descr="Logotipo&#10;&#10;Descripción generada automáticamente">
            <a:extLst>
              <a:ext uri="{FF2B5EF4-FFF2-40B4-BE49-F238E27FC236}">
                <a16:creationId xmlns:a16="http://schemas.microsoft.com/office/drawing/2014/main" id="{A8A6EDE7-401C-41ED-B7E9-2C993645CB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74" y="196820"/>
            <a:ext cx="1252912" cy="2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61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A70FFFE0-E386-4A11-8E7A-39A8F1EEA1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B5EEB16-1F99-48D9-A73D-74DE43478C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515" y="5389976"/>
            <a:ext cx="6802244" cy="789042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5B1D5F45-5348-4A54-A710-461FBD708F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569" y="3568390"/>
            <a:ext cx="2366104" cy="53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323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0BFDEA41A5D8B46AA5DA2E2389CBE4E" ma:contentTypeVersion="17" ma:contentTypeDescription="Crear nuevo documento." ma:contentTypeScope="" ma:versionID="e795e02ad45650978a0fdf890fe0930d">
  <xsd:schema xmlns:xsd="http://www.w3.org/2001/XMLSchema" xmlns:xs="http://www.w3.org/2001/XMLSchema" xmlns:p="http://schemas.microsoft.com/office/2006/metadata/properties" xmlns:ns2="d0daa353-f819-43d1-badf-ce69fea8800d" xmlns:ns3="edc1eb1c-f9b5-429a-a0ce-702847a0aa2d" targetNamespace="http://schemas.microsoft.com/office/2006/metadata/properties" ma:root="true" ma:fieldsID="48ff01d9d7fae54ca8d4846686737c56" ns2:_="" ns3:_="">
    <xsd:import namespace="d0daa353-f819-43d1-badf-ce69fea8800d"/>
    <xsd:import namespace="edc1eb1c-f9b5-429a-a0ce-702847a0aa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Fechayhora" minOccurs="0"/>
                <xsd:element ref="ns2:Fecha_x0020_de_x0020_creaci_x00f3_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daa353-f819-43d1-badf-ce69fea880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Fechayhora" ma:index="20" nillable="true" ma:displayName="Fecha y hora" ma:format="DateTime" ma:internalName="Fechayhora">
      <xsd:simpleType>
        <xsd:restriction base="dms:DateTime"/>
      </xsd:simpleType>
    </xsd:element>
    <xsd:element name="Fecha_x0020_de_x0020_creaci_x00f3_n" ma:index="21" nillable="true" ma:displayName="Fecha de creación" ma:format="DateTime" ma:internalName="Fecha_x0020_de_x0020_creaci_x00f3_n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1eb1c-f9b5-429a-a0ce-702847a0aa2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beb23f2-04a0-4483-9f40-448d491ccbe9}" ma:internalName="TaxCatchAll" ma:showField="CatchAllData" ma:web="edc1eb1c-f9b5-429a-a0ce-702847a0aa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daa353-f819-43d1-badf-ce69fea8800d">
      <Terms xmlns="http://schemas.microsoft.com/office/infopath/2007/PartnerControls"/>
    </lcf76f155ced4ddcb4097134ff3c332f>
    <Fecha_x0020_de_x0020_creaci_x00f3_n xmlns="d0daa353-f819-43d1-badf-ce69fea8800d" xsi:nil="true"/>
    <TaxCatchAll xmlns="edc1eb1c-f9b5-429a-a0ce-702847a0aa2d" xsi:nil="true"/>
    <Fechayhora xmlns="d0daa353-f819-43d1-badf-ce69fea8800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2CE8246-E7A4-41F4-9F3D-72C6C9920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daa353-f819-43d1-badf-ce69fea8800d"/>
    <ds:schemaRef ds:uri="edc1eb1c-f9b5-429a-a0ce-702847a0aa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01ABF2E-B963-42A7-91A2-0CF8BD8D3EF1}">
  <ds:schemaRefs>
    <ds:schemaRef ds:uri="http://schemas.microsoft.com/office/2006/metadata/properties"/>
    <ds:schemaRef ds:uri="http://schemas.microsoft.com/office/infopath/2007/PartnerControls"/>
    <ds:schemaRef ds:uri="d0daa353-f819-43d1-badf-ce69fea8800d"/>
    <ds:schemaRef ds:uri="edc1eb1c-f9b5-429a-a0ce-702847a0aa2d"/>
  </ds:schemaRefs>
</ds:datastoreItem>
</file>

<file path=customXml/itemProps3.xml><?xml version="1.0" encoding="utf-8"?>
<ds:datastoreItem xmlns:ds="http://schemas.openxmlformats.org/officeDocument/2006/customXml" ds:itemID="{D39F4638-2B16-4256-BEA7-7F9DE54AC5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273</Words>
  <Application>Microsoft Office PowerPoint</Application>
  <PresentationFormat>Panorámica</PresentationFormat>
  <Paragraphs>31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Open Sans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Cifuentes T.</dc:creator>
  <cp:lastModifiedBy>Valentina Mella</cp:lastModifiedBy>
  <cp:revision>52</cp:revision>
  <dcterms:created xsi:type="dcterms:W3CDTF">2022-02-10T19:58:30Z</dcterms:created>
  <dcterms:modified xsi:type="dcterms:W3CDTF">2025-11-11T00:44:44Z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0x01010070BFDEA41A5D8B46AA5DA2E2389CBE4E</vt:lpwstr>
  </property>
  <property fmtid="{D5CDD505-2E9C-101B-9397-08002B2CF9AE}" pid="3" name="MediaServiceImageTags">
    <vt:lpwstr/>
  </property>
</Properties>
</file>